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0" r:id="rId3"/>
    <p:sldId id="261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70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-52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a4ad2d1f3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a4ad2d1f3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a4ad2d1f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a4ad2d1f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a4ad2d1f3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a4ad2d1f3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a4ad2d1f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a4ad2d1f3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a4ad2d1f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a4ad2d1f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a4ad2d1f3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a4ad2d1f3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a4ad2d1f3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a4ad2d1f3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a4ad2d1f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a4ad2d1f3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a4ad2d1f3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a4ad2d1f3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a4ad2d1f3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7a4ad2d1f3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и работа с пакетами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Библиотеки</a:t>
            </a: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Библиотека — это набор связанных модулей, объединенных вместе для решения определенной задачи или предоставления определенного функционала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import library - импортируем библиотеку, теперь мы можем обращаться к объектам, Которые там описаны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import library as lb- импортируем библиотеку и даем ей наименование в нашем пространстве имен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from library import object – импортируем объект из библиотеки напрямую в наше пространство имен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pip</a:t>
            </a: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pip — система управления пакетами, которая используется для установки и управления программными пакетами, написанными на Python.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b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Большинство библиотек вы можете найти на сайте </a:t>
            </a:r>
            <a:r>
              <a:rPr lang="ru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PyPI</a:t>
            </a: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, где указаны библиотеки, их версии и описание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pip install &lt;package_name&gt; – Установка библиотеки с заданным именем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&lt;package_name&gt;==&lt;version&gt; –Установка библиотеки указанной версии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-r /path/to/requirements.txt – Установка библиотек, которые указаны в файле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uninstall &lt;package_name&gt; – Удаление библиотеки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list – Перечисляет все установленные библиотеки и их версии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pandas</a:t>
            </a:r>
            <a:r>
              <a:rPr lang="ru" dirty="0"/>
              <a:t> </a:t>
            </a:r>
            <a:endParaRPr dirty="0"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Pandas-</a:t>
            </a:r>
            <a:r>
              <a:rPr lang="ru-RU" dirty="0"/>
              <a:t>это мощная библиотека Python для анализа и обработки данных. Она предоставляет высокоуровневые структуры данных и инструменты для эффективной работы с табличными данными, временными рядами и другими структурами. В контексте машинного обучения </a:t>
            </a:r>
            <a:r>
              <a:rPr lang="ru-RU" dirty="0" err="1"/>
              <a:t>Pandas</a:t>
            </a:r>
            <a:r>
              <a:rPr lang="ru-RU" dirty="0"/>
              <a:t> незаменима для предварительной обработки данных, очистки и подготовки </a:t>
            </a:r>
            <a:r>
              <a:rPr lang="ru-RU" dirty="0" err="1"/>
              <a:t>датасетов</a:t>
            </a:r>
            <a:r>
              <a:rPr lang="ru-R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dataFrame</a:t>
            </a:r>
            <a:r>
              <a:rPr lang="en-US" dirty="0"/>
              <a:t> - </a:t>
            </a:r>
            <a:r>
              <a:rPr lang="ru-RU" dirty="0"/>
              <a:t>Двумерная таблица с помеченными осями (строками и столбцами)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Series – </a:t>
            </a:r>
            <a:r>
              <a:rPr lang="ru-RU" dirty="0"/>
              <a:t>одномерный массив, можете представить себе его как отдельный столбец или ряд из таблицы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Возможный функционал</a:t>
            </a:r>
            <a:endParaRPr dirty="0"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помощи </a:t>
            </a:r>
            <a:r>
              <a:rPr lang="en-US" dirty="0"/>
              <a:t>pandas </a:t>
            </a:r>
            <a:r>
              <a:rPr lang="ru-RU" dirty="0"/>
              <a:t>можно</a:t>
            </a:r>
            <a:r>
              <a:rPr lang="en-US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-считывать информацию из файлов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-Фильтровать таблицу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-Заполнять пустые параметры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-Модифицировать данные в таблице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matplotlib</a:t>
            </a:r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Matplotlib — это библиотека с открытым исходным кодом для визуализации данных в Python. С помощью неё можно создавать точечные и круговые диаграммы, линейные графики, гистограммы, диаграммы ошибок, 3D-графики. Готовые результаты визуализации можно экспортировать в форматах PDF, SVG, JPG, PNG, BMP и GIF.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графиков</a:t>
            </a: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body" idx="1"/>
          </p:nvPr>
        </p:nvSpPr>
        <p:spPr>
          <a:xfrm>
            <a:off x="1297500" y="4674675"/>
            <a:ext cx="7038900" cy="3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https://matplotlib.org/stable/plot_types/index.html</a:t>
            </a:r>
            <a:endParaRPr/>
          </a:p>
        </p:txBody>
      </p:sp>
      <p:pic>
        <p:nvPicPr>
          <p:cNvPr id="204" name="Google Shape;2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525" y="886827"/>
            <a:ext cx="7248600" cy="378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графиков</a:t>
            </a:r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1297500" y="1052550"/>
            <a:ext cx="7038900" cy="38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Линейные графики (Line Plots) – нужны, чтобы показать изменение одной величины относительно другой, чаще всего — динамику во времени.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Точечные графики (Scatter Plots) – нужны, чтобы исследовать взаимосвязь между двумя числовыми величинами.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Столбчатые диаграммы (Bar Charts) –  нужны для сравнения величин разных категорий между собой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Гистограммы (Histograms) нужны, чтобы понять распределение одной числовой величины.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Круговые диаграммы (Pie Charts) –  нужны, чтобы наглядно продемонстрировать, какой процент от общего объема составляет каждая категория.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Тепловые карты (Heatmaps) нужны, чтобы визуализировать интенсивность значений в двумерной таблице с помощью цвета.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375"/>
            <a:ext cx="3365924" cy="24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/>
          <p:cNvPicPr preferRelativeResize="0"/>
          <p:nvPr/>
        </p:nvPicPr>
        <p:blipFill rotWithShape="1">
          <a:blip r:embed="rId4">
            <a:alphaModFix/>
          </a:blip>
          <a:srcRect r="-48323"/>
          <a:stretch/>
        </p:blipFill>
        <p:spPr>
          <a:xfrm>
            <a:off x="56775" y="2626900"/>
            <a:ext cx="6458326" cy="246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6" descr="Bar Charts: Using, Examples, and Interpreting - Statistics By Jim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3275" y="-2300"/>
            <a:ext cx="3800724" cy="33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52" y="137500"/>
            <a:ext cx="3414499" cy="28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075" y="56975"/>
            <a:ext cx="3201275" cy="235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9850" y="2518075"/>
            <a:ext cx="4713800" cy="25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455</Words>
  <Application>Microsoft Office PowerPoint</Application>
  <PresentationFormat>Экран (16:9)</PresentationFormat>
  <Paragraphs>42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Times New Roman</vt:lpstr>
      <vt:lpstr>Lato</vt:lpstr>
      <vt:lpstr>Arial</vt:lpstr>
      <vt:lpstr>Montserrat</vt:lpstr>
      <vt:lpstr>Focus</vt:lpstr>
      <vt:lpstr>Установка и работа с пакетами</vt:lpstr>
      <vt:lpstr>Библиотеки</vt:lpstr>
      <vt:lpstr>pip</vt:lpstr>
      <vt:lpstr>Презентация PowerPoint</vt:lpstr>
      <vt:lpstr>pandas </vt:lpstr>
      <vt:lpstr>Возможный функционал</vt:lpstr>
      <vt:lpstr>matplotlib</vt:lpstr>
      <vt:lpstr>Виды графиков</vt:lpstr>
      <vt:lpstr>Виды графиков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работа с пакетами</dc:title>
  <cp:lastModifiedBy>Акулин Максим Александрович</cp:lastModifiedBy>
  <cp:revision>5</cp:revision>
  <dcterms:modified xsi:type="dcterms:W3CDTF">2026-05-26T09:35:32Z</dcterms:modified>
</cp:coreProperties>
</file>