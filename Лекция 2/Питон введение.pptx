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Montserrat" panose="00000500000000000000" pitchFamily="2" charset="-52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D46B77-5A1F-4BE1-9A1F-B4EC885D3A0F}">
  <a:tblStyle styleId="{33D46B77-5A1F-4BE1-9A1F-B4EC885D3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455f9e4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455f9e4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455f9e4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455f9e4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455f9e4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455f9e4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455f9e49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455f9e49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455f9e4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455f9e4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9455f9e4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9455f9e49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455f9e49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9455f9e49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9455f9e4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9455f9e4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455f9e49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9455f9e49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455f9e4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455f9e4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455f9e4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9455f9e4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455f9e4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455f9e4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9455f9e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9455f9e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455f9e49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9455f9e49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9455f9e49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9455f9e49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455f9e49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9455f9e49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9455f9e4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9455f9e4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ty2RtfBWmtvxIuDJdXjZrveyBCCWzk9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python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 — это процесс создания компьютерных программ. Они нужны, чтобы облегчить привычные будничные или рабочие процессы. Например, чтобы не считать каждый раз в уме, хватит ли на мороженое, можно поручить эту задачу компьютеру.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Язык программирования — это формальная знаковая система, на которой пишут компьютерные программы. Его можно представить как набор разнообразных правил и команд, на основе которых программист пишет код. Иногда словосочетание сокращают как ЯП.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Основные понятия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Переменная (Variable) --- Это идентификатор, используемый для хранения значений в памяти компьютера. Программист может присваивать и изменять значения переменных. Например переменная name, хранит имя человека и мы можем получить его используя эту переменную.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Логическое выражение в программировании — конструкция языка программирования, результатом вычисления которой является «истина» или «ложь». Это может быть сравнение ==, или знаки &gt; и &lt;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Функция (Function) - Это блок кода, который выполняет определенную операцию. Функции могут быть вызваны и использованы в различных частях программы.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Условное выражение (Conditional Statement) Это конструкция, которая проверяет логическое выражение и выполняет определенное действие, в зависимости от условий. Примером может быть оператор “if-else”.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 (Loop) - Это конструкция, позволяющая программе выполнять определенный блок кода многократно.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Массив (Array) - Это структура данных, позволяющая хранить множество элементов одного типа. Элементы массива могут быть обращены по индексу.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Индекс — число, буквы или другая комбинация символов, указывающая место элемента в массиве.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Объект — это набор переменных и функций, как в традиционном функциональном программировании. Переменные и функции и есть его свойства.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Атрибуты— это переменные, конкретные характеристики объекта, такие как цвет поля или имя пользователя.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Класс — это «шаблон» для объекта, который описывает его свойства. Несколько похожих между собой объектов, например профили разных пользователей, будут иметь одинаковую структуру, а значит, принадлежать к одному классу. Каждый объект — это экземпляр какого-нибудь класса.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— это язык программирования, который широко используется в интернет-приложениях, разработке программного обеспечения, науке о данных и машинном обучении (ML). Разработчики используют Python, потому что он эффективен, прост в изучении и работает на разных платформах.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ООП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Объектно-ориентированное программирование (ООП) — это подход, при котором программа рассматривается как набор объектов, взаимодействующих друг с другом. У каждого есть свойства и поведение. В программировании объекты — это структуры данных: пользователь, кнопка, сообщение. У них, как и у реальных предметов, могут быть свойства: цвет, содержание или имя пользователя. А чтобы объединить между собой объекты с похожими свойствами, существуют классы.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725" y="1165488"/>
            <a:ext cx="5312551" cy="28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Абстракция означает выделение главных, наиболее значимых характеристик предмета и наоборот — отбрасывание второстепенных, незначительных.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Инкапсуляция  это принцип, согласно которому внутреннее устройство сущностей нужно объединять в специальной «оболочке» и скрывать от вмешательств извне. Доступ к объектам возможен через специальные открытые методы, а напрямую обратиться к их содержимому нельзя.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Наследование — механизм, который позволяет описать новый класс на основе существующего (родительского). При этом свойства и функциональность родительского класса заимствуются новым классом.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Полиморфизм — это возможность работать с несколькими типами так, будто это один и тот же тип. При этом поведение объектов будет разным в зависимости от типа, к которому они принадлежат.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правила написания кода</a:t>
            </a:r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Каждая команда выполняется последовательно, если вы пишете цикл,условное  выражение  или функцию, код который выполняется внутри, нужно отделить 4 пробелами или tab.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Названия переменных и функций должны быть на английском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 перменной указывает на то, какие данных хранит переменная и какие операции с ней можно выполнять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 в языке Python не объявляются очевидно, тем не менее они присутствуют. Интерпретатор понимает что записывается в переменную и на основании этого добавляет тип к этой переменной.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Всего в Python есть 4 базовых типа переменных: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 ; Integer - целые числа;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1.12 ; Float - числа с плавающей точкой;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"Привет" ; String - строки;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True ; Boolean - тип данных принимающий либо False, либо True.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Логические выражения</a:t>
            </a:r>
            <a:endParaRPr/>
          </a:p>
        </p:txBody>
      </p:sp>
      <p:graphicFrame>
        <p:nvGraphicFramePr>
          <p:cNvPr id="208" name="Google Shape;208;p25"/>
          <p:cNvGraphicFramePr/>
          <p:nvPr/>
        </p:nvGraphicFramePr>
        <p:xfrm>
          <a:off x="1197450" y="94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{33D46B77-5A1F-4BE1-9A1F-B4EC885D3A0F}</a:tableStyleId>
              </a:tblPr>
              <a:tblGrid>
                <a:gridCol w="99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Оператор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Возвращает true, если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==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и b имеют одинаковое 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выражение a&gt;b возвращает false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a&gt;0 and a&lt;10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0 и меньше 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 or 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x in [1, 2, 3]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значение x есть в массиве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Циклы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имеет 2 вида циклов for и while.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указывает, что некоторые действия выполняются заданное количество раз, а while указывает, что действия должны выполнятся пока некоторое условие возвращает true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Создание функции</a:t>
            </a:r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add(x, y):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"""Сложение двух чисел."""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return x + y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 функция получает два аргумента и возвращает их сумму.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 объявляет функцию и указывает ее имя, в круглых скобка указываются аргументы функции, которые она должна получить для работы.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return указывает значения, которые возвращяет функция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Примеры кода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https://colab.research.google.com/drive/1Gty2RtfBWmtvxIuDJdXjZrveyBCCWzk9?usp=sharing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Задание 1</a:t>
            </a:r>
            <a:endParaRPr/>
          </a:p>
        </p:txBody>
      </p:sp>
      <p:sp>
        <p:nvSpPr>
          <p:cNvPr id="232" name="Google Shape;232;p2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Создайте функцию, которая будет генерировать безопасный пароль указанной длинны. Пароль должен содержать, строчную букву, заглавную букву, символ и цифру, у вас не может быть последовательных одинаковых символов.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То есть если ваш пароль начинается с строчной буквы, то после нее не может быть еще одной буквы, должна быть цифра, заглавная буква или символ.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/>
              <a:t>Как один за вариантов решения данной задачи обратите внимание на библиотеку </a:t>
            </a:r>
            <a:r>
              <a:rPr lang="en-US" dirty="0"/>
              <a:t>random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Задание 2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Создайте консольный список покупок.</a:t>
            </a:r>
            <a:br>
              <a:rPr lang="ru"/>
            </a:br>
            <a:r>
              <a:rPr lang="ru"/>
              <a:t>У пользователя должен быть выбор из 4 команд:</a:t>
            </a:r>
            <a:br>
              <a:rPr lang="ru"/>
            </a:br>
            <a:r>
              <a:rPr lang="ru"/>
              <a:t>Добавить товар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Убрать товар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Показать список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Закончить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При добавлении товара пользователь так-же указывает его количество, если пользователь добавляет товар, который уже есть в списке, то его количество должно добавиться к количеству существующего товара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Microsoft Office PowerPoint</Application>
  <PresentationFormat>Экран (16:9)</PresentationFormat>
  <Paragraphs>87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Montserrat</vt:lpstr>
      <vt:lpstr>Lato</vt:lpstr>
      <vt:lpstr>Times New Roman</vt:lpstr>
      <vt:lpstr>Arial</vt:lpstr>
      <vt:lpstr>Focus</vt:lpstr>
      <vt:lpstr>Введение в python</vt:lpstr>
      <vt:lpstr>Программирование</vt:lpstr>
      <vt:lpstr>Основные понятия</vt:lpstr>
      <vt:lpstr>Презентация PowerPoint</vt:lpstr>
      <vt:lpstr>Презентация PowerPoint</vt:lpstr>
      <vt:lpstr>Python</vt:lpstr>
      <vt:lpstr>ООП</vt:lpstr>
      <vt:lpstr>Презентация PowerPoint</vt:lpstr>
      <vt:lpstr>Презентация PowerPoint</vt:lpstr>
      <vt:lpstr>Презентация PowerPoint</vt:lpstr>
      <vt:lpstr>Python правила написания кода</vt:lpstr>
      <vt:lpstr>Типы переменных</vt:lpstr>
      <vt:lpstr>Логические выражения</vt:lpstr>
      <vt:lpstr>Циклы</vt:lpstr>
      <vt:lpstr>Создание функции</vt:lpstr>
      <vt:lpstr>Примеры кода</vt:lpstr>
      <vt:lpstr>Задание 1</vt:lpstr>
      <vt:lpstr>Задание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python</dc:title>
  <cp:lastModifiedBy>Акулин Максим Александрович</cp:lastModifiedBy>
  <cp:revision>1</cp:revision>
  <dcterms:modified xsi:type="dcterms:W3CDTF">2026-05-19T15:07:12Z</dcterms:modified>
</cp:coreProperties>
</file>